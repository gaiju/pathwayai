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Personal_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ptional_A_Section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The_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ptional_C_Section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Uninsured_C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Visit_And_Langu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Personal_Cost_Reco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ptional_B_Section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County_Evi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Community_A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Pilot_Evalu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Next_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Closing_And_Partn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PathwayAI | Patient-first demo</dc:title>
  <dc:subject/>
  <dc:creator>Yuwei Zhang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