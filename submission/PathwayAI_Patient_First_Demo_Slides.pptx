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Personal_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ptional_A_Section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The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ptional_C_Section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Uninsured_C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Outdoor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After_Tick_B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Visit_And_Langu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Personal_Cost_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ptional_B_Section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County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Commun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Pilot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Next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Closing_And_Part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PathwayAI | Patient-first demo</dc:title>
  <dc:subject/>
  <dc:creator>Yuwei Zhang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