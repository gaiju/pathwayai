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ersonal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ional_A_Section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Th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ional_B_Section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County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ional_C_Section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Uninsured_C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Personal_Cost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Language_And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Commun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Pilot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Nex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losing_And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PathwayAI | Images matched to current demo script</dc:title>
  <dc:subject/>
  <dc:creator>Yuwei Zhang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