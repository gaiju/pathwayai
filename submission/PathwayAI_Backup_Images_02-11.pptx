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MVP_Start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advClick="1" advTm="800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MVP_Prevention_and_Tick_B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advClick="1" advTm="900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MVP_Care_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advClick="1" advTm="1800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MVP_Visi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advClick="1" advTm="3000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MVP_Language_Ass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advClick="1" advTm="2300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MVP_Personal_Bur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advClick="1" advTm="2600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MVP_County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advClick="1" advTm="1200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MVP_Community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advClick="1" advTm="1900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Impact_Evidence_Feed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advClick="1" advTm="5000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_Deployment_Part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advClick="1" advTm="50000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PathwayAI | Backup images 2–11</dc:title>
  <dc:subject/>
  <dc:creator>Yuwei Zhang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