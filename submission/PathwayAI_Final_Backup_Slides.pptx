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Title_TH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VP_Star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100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tle_UNDERSTANDING_THE_HIDDEN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VP_Personal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500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VP_County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3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Title_FROM_INFORMATION_TO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VP_Prevention_and_Tick_B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900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MVP_Care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400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MVP_Visi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100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MVP_Language_Ass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200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MVP_Community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300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Impact_Evidence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400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Deployment_Part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44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 | Problem, Burden, Action</dc:title>
  <dc:subject/>
  <dc:creator>Yuwei Zhang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