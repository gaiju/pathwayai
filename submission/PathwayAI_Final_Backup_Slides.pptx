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Title_THE_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3000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MVP_Start_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12000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Title_UNDERSTANDING_THE_HIDDEN_BURD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3000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MVP_Personal_Burd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24000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MVP_County_Ev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18000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Title_FROM_INFORMATION_TO_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3000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MVP_Prevention_and_Tick_B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12000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MVP_Care_A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20000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MVP_Visit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35000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MVP_Language_Ass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25000"/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_MVP_Community_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25000"/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Impact_Evidence_Feedb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35000"/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_Deployment_Partn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30000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PathwayAI | Problem, Burden, Action</dc:title>
  <dc:subject/>
  <dc:creator>Yuwei Zhang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