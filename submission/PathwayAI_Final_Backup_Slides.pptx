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Title_THE_PRO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3000"/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MVP_Start_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11000"/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Title_UNDERSTANDING_THE_HIDDEN_BURD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3000"/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MVP_Personal_Burd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15000"/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_MVP_County_Evid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23000"/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_Title_FROM_INFORMATION_TO_A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3000"/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_MVP_Prevention_and_Tick_B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19000"/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_MVP_Care_Ac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14000"/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_MVP_Visit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21000"/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_MVP_Language_Assis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22000"/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_MVP_Community_A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34000"/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_Impact_Evidence_Feedb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33000"/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_Deployment_Partn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44000"/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PathwayAI | Problem, Burden, Action</dc:title>
  <dc:subject/>
  <dc:creator>Yuwei Zhang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