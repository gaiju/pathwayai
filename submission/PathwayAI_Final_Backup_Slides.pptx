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itle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3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VP_Sta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1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Title_UNDERSTANDING_THE_HIDDEN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3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VP_Personal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8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MVP_Count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itle_FROM_INFORMATION_TO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3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MVP_Prevention_and_Tick_B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2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MVP_Care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MVP_Visi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1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MVP_Language_Ass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400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MVP_Commun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3500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Impact_Evidence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400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ployment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41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 | Problem, Burden, Action</dc:title>
  <dc:subject/>
  <dc:creator>Yuwei Zhang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