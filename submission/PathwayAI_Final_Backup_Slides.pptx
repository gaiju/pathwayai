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Title_TH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VP_Start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000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tle_UNDERSTANDING_THE_HIDDEN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VP_Personal_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700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MVP_County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500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itle_FROM_INFORMATION_TO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00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VP_Prevention_and_Tick_B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200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MVP_Care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1500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MVP_Vis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000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MVP_Language_Ass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900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MVP_Community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3400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mpact_Evidence_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2400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Deployment_Part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 advTm="40000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PathwayAI | Problem, Burden, Action</dc:title>
  <dc:subject/>
  <dc:creator>Yuwei Zhang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