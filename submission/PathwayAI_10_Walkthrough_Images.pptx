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Let me show you. All patient details in this demonstration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First, prevention. People planning time outdoors can find prevention information and download a preparation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If someone finds a tick, the tick-bite page provides removal instructions and guidance on when to contact a clinician.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But knowing you need care does not mean you know how to get it—especially without insurance.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People can write in their preferred language—even mixed languages, keeping English place names or medical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Review it, correct it, and select “Download my visit summary.” Here is the PDF they can bring alongside their original test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They can keep this download for future support conversations. If disability benefits become relevant, dated records may help them prepare.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Now, make the hidden burden visible. Our fictional patient paid 180 dollars for care and 45 dollars for travel: 225 dollars altogether.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PathwayAI combines CDC, Census, HRSA, and CMS open data with New York Lyme surveillance to describe disease patterns, barriers, and healthcare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cue: Our goal is better-prepared families, voices heard, and communities better informed about where support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start_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e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after_a_tick_b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find_affordable_c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languag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a_record_you_can_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practical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household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community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from_patient_to_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